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33</c:v>
                </c:pt>
                <c:pt idx="2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8046720" y="-457200"/>
            <a:ext cx="137160" cy="32004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686800" y="-457200"/>
            <a:ext cx="73152" cy="320040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COLABORATIVO  ·  METODOLOGÍA SCRUM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vehículos · Sustentación de proyecto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  ·  David Layton  ·  Sebastian Blanco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B25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355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PostgreSQL · GCP Cloud Run · 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sustentación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719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del proyecto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Equipo, descripción y objetivos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1460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14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2587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gestión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898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Project, Kanban e historias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8328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832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91640" y="34564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por sprints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3767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1, Sprint 2 y Sprint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3383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5196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51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691640" y="43251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flujos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4636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merges, CI/CD y conflictos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12064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20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691640" y="5193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resultados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5504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lecciones y mejoras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5120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 y roles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3212" y="173736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3212" y="1737360"/>
            <a:ext cx="352044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2377440"/>
            <a:ext cx="1280160" cy="1280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3352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7532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7532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Frontend &amp; QA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47672" y="4754880"/>
            <a:ext cx="731520" cy="22860"/>
          </a:xfrm>
          <a:prstGeom prst="rect">
            <a:avLst/>
          </a:prstGeom>
          <a:solidFill>
            <a:srgbClr val="E4E7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" y="4937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UI, pruebas integrales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0540" y="173736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0540" y="1737360"/>
            <a:ext cx="352044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2377440"/>
            <a:ext cx="1280160" cy="128016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94860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4860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4754880"/>
            <a:ext cx="731520" cy="22860"/>
          </a:xfrm>
          <a:prstGeom prst="rect">
            <a:avLst/>
          </a:prstGeom>
          <a:solidFill>
            <a:srgbClr val="E4E7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4860" y="4937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integración y despliegue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87868" y="1737360"/>
            <a:ext cx="35204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87868" y="1737360"/>
            <a:ext cx="352044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08008" y="2377440"/>
            <a:ext cx="1280160" cy="12801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8008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362188" y="3840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62188" y="4297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82328" y="4754880"/>
            <a:ext cx="731520" cy="22860"/>
          </a:xfrm>
          <a:prstGeom prst="rect">
            <a:avLst/>
          </a:prstGeom>
          <a:solidFill>
            <a:srgbClr val="E4E7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2188" y="4937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Esquema, seed y optimización 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horizontal: cada rol asume responsabilidades end-to-end en su capa.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aplicación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web que conecta vendedores de vehículos con compradores mediante listados con fotos, especificaciones y contacto directo por WhatsApp.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vehículos con filtro por marca y orden por fecha.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listados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carga con hasta 10 imágenes por vehículo.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marcas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marcas con eliminación en cascada.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expuestos vía Swagger UI en /docs.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4114800" cy="443484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Tailwind · JS Vanilla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2880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FastAPI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3429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Pydantic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3977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727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Cloud Run + Cloud SQL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0" y="5074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5276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0" y="5623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5824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(python:3.12-slim)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91440" cy="19659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funcional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plataforma web con listado, filtros, publicación y detalle de vehículos.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83080"/>
            <a:ext cx="91440" cy="19659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72668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Scrum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2560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metodología ágil con 3 sprints, roles definidos y backlog gestionado.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023360"/>
            <a:ext cx="91440" cy="19659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51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10312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03120" y="4800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endpoints CRUD con validación, paginación y eager loading.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4023360"/>
            <a:ext cx="91440" cy="1965960"/>
          </a:xfrm>
          <a:prstGeom prst="rect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51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72668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26680" y="48006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build y deploy continuo en GCP mediante GitHub Actions.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METODOLOGÍA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&amp; Kanban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Project 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MotorCars Board (privado)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con 3 columnas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historias de usuario (issues)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sprint-1, sprint-2, sprint-3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utilizados: Burn-up, Status chart y Pulse para seguimiento semanal.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577840" cy="443484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783080"/>
            <a:ext cx="1737360" cy="4251960"/>
          </a:xfrm>
          <a:prstGeom prst="rect">
            <a:avLst/>
          </a:prstGeom>
          <a:solidFill>
            <a:srgbClr val="1B25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1828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vacío 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1783080"/>
            <a:ext cx="1737360" cy="4251960"/>
          </a:xfrm>
          <a:prstGeom prst="rect">
            <a:avLst/>
          </a:prstGeom>
          <a:solidFill>
            <a:srgbClr val="1B25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1828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vacío 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784080" y="1783080"/>
            <a:ext cx="1737360" cy="4251960"/>
          </a:xfrm>
          <a:prstGeom prst="rect">
            <a:avLst/>
          </a:prstGeom>
          <a:solidFill>
            <a:srgbClr val="1B25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1828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5520" y="22860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BD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875520" y="27432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75520" y="32004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75520" y="36576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75520" y="41148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marcas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75520" y="45720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vehículos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75520" y="50292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696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875520" y="5486400"/>
            <a:ext cx="1554480" cy="365760"/>
          </a:xfrm>
          <a:prstGeom prst="rect">
            <a:avLst/>
          </a:prstGeom>
          <a:solidFill>
            <a:srgbClr val="2D3447"/>
          </a:solidFill>
          <a:ln w="6350">
            <a:solidFill>
              <a:srgbClr val="12B7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548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METODOLOGÍA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historias de usuario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5780" y="1691640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578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578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totales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0420" y="1691640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042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6042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691640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506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950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entregados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29700" y="1691640"/>
            <a:ext cx="26060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2970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2970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237744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Sebastian Blanco —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Layton —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Oscar Morales — Frontend/QA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pts (2 hist)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balanceada: distribución por capa técnica más que por volumen, equilibrada en complejidad.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SPRINT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Base de datos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52628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57600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y scripts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COMPLETADOS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0"/>
            <a:ext cx="1828800" cy="22860"/>
          </a:xfrm>
          <a:prstGeom prst="rect">
            <a:avLst/>
          </a:prstGeom>
          <a:solidFill>
            <a:srgbClr val="2D3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historias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completadas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entregadas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219456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esquema relacional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21945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852928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2898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datos semilla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24160" y="285292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511296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3557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PostgreSQL desde FastAPI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351129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4169664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12080" y="42153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ORM SQLAlchemy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24160" y="416966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828032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ER y documentación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5148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24160" y="48280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548640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1208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integridad y validación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24160" y="54864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SPRINT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Backend API REST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52628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576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CRUD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COMPLETADOS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0"/>
            <a:ext cx="1828800" cy="22860"/>
          </a:xfrm>
          <a:prstGeom prst="rect">
            <a:avLst/>
          </a:prstGeom>
          <a:solidFill>
            <a:srgbClr val="2D3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historias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completadas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entregadas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219456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 índices y eager loading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21945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852928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2898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SQL auxiliares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24160" y="285292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511296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3557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CRUD de marcas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351129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4169664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12080" y="42153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CRUD de vehículos con imágenes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24160" y="416966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828032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manual con Postman/Swagger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5148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24160" y="48280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548640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1208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Swagger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24160" y="54864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SPRINT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Frontend, despliegue y QA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452628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576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QA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COMPLETADOS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5029200"/>
            <a:ext cx="1828800" cy="22860"/>
          </a:xfrm>
          <a:prstGeom prst="rect">
            <a:avLst/>
          </a:prstGeom>
          <a:solidFill>
            <a:srgbClr val="2D3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historias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completadas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entregadas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219456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datos de producción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21945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852928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2898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 la BD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Blanco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24160" y="285292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511296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511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3557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Containerización y despliegue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351129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4169664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169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12080" y="42153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CORS y frontend estático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Layton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24160" y="416966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828032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4828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 con grid y filtros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5148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24160" y="48280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5486400"/>
            <a:ext cx="7132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1208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Detalle, formulario y QA integral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Morales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24160" y="548640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COLABORACIÓN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ramas y merge requests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Git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21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por sprint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tiene su propia rama de integración (sprint-1, sprint-2, sprint-3).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90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hacia main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364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sprint se hace mediante un PR que se revisa y fusiona.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producción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final 'Production (despliegue)' integra los 3 sprints a main.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automático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023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detecta el merge y despliega a Cloud Run.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5212080" cy="452628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DEL REPOSITORIO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514600"/>
            <a:ext cx="228600" cy="228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producción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3291840"/>
            <a:ext cx="228600" cy="2286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800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· cerrado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406908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cerrado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32320" y="4846320"/>
            <a:ext cx="228600" cy="228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54380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QA · cerrado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5212080"/>
            <a:ext cx="4572000" cy="22860"/>
          </a:xfrm>
          <a:prstGeom prst="rect">
            <a:avLst/>
          </a:prstGeom>
          <a:solidFill>
            <a:srgbClr val="2D34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PULL REQUESTS · 6 MERGED · 0 OPEN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autores · 12 commits a main · 17 commits totales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COLABORACIÓN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CI/CD con GitHub Actions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despliegue continuo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a main dispara automáticamente: build, push y deploy (~3-5 min).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2743200"/>
            <a:ext cx="178308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4580" y="3634740"/>
            <a:ext cx="6400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18588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18588" y="2743200"/>
            <a:ext cx="1783080" cy="3657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8588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0028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0028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1668" y="3634740"/>
            <a:ext cx="6400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65676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5676" y="2743200"/>
            <a:ext cx="178308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5676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57116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57116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(sin claves)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8756" y="3634740"/>
            <a:ext cx="6400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12764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2764" y="2743200"/>
            <a:ext cx="178308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2764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04204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04204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95844" y="3634740"/>
            <a:ext cx="6400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59852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9852" y="2743200"/>
            <a:ext cx="178308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9852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51292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51292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run 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Cloud SQL connect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742932" y="3634740"/>
            <a:ext cx="6400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06940" y="2743200"/>
            <a:ext cx="1783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06940" y="2743200"/>
            <a:ext cx="178308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069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89838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898380" y="3657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URL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 actualizada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GESTIONADOS EN GITHUB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5440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GCP_PROJECT_ID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98648" y="5440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GCP_WIF_PROVIDER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0056" y="5440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GCP_SA_EMAIL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41464" y="5440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62872" y="54406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CLOUDSQL_CONNECTION_NAME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COLABORACIÓN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conflictos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conflictos enfrentados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73152" cy="77724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en requirements.txt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consolidando dependencias y fijando versiones específicas.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73152" cy="77724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paralelos en main.py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previa por Discord para evitar tocar el mismo archivo simultáneamente.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73152" cy="77724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de schema desincronizadas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Política: solo el DB Engineer modifica schema.sql; los demás solo consumen.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73152" cy="77724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20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bloqueando frontend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4132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centralizada en main.py desde Sprint 1, ajustada al añadir despliegue.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5212080" cy="4526280"/>
          </a:xfrm>
          <a:prstGeom prst="rect">
            <a:avLst/>
          </a:prstGeom>
          <a:solidFill>
            <a:srgbClr val="1B253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RESOLUCIÓN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377440"/>
            <a:ext cx="274320" cy="274320"/>
          </a:xfrm>
          <a:prstGeom prst="ellipse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331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previa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26243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cambios potencialmente conflictivos antes de empezar.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154680"/>
            <a:ext cx="274320" cy="274320"/>
          </a:xfrm>
          <a:prstGeom prst="ellipse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antes de push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la rama local con remoto antes de cada commit.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3931920"/>
            <a:ext cx="274320" cy="274320"/>
          </a:xfrm>
          <a:prstGeom prst="ellipse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3886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pequeños y frecuentes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4178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tamaño del diff facilita la resolución manual.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4709160"/>
            <a:ext cx="274320" cy="274320"/>
          </a:xfrm>
          <a:prstGeom prst="ellipse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46634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49560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miembro del equipo revisa el merge antes de aceptar.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5486400"/>
            <a:ext cx="274320" cy="274320"/>
          </a:xfrm>
          <a:prstGeom prst="ellipse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5440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antes que reescribir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57332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commit rompe main, se revierte rápido (ej. PR #22).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del proyecto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69164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691640"/>
            <a:ext cx="26974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38912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promedio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/ sprint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00984" y="169164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691640"/>
            <a:ext cx="2697480" cy="73152"/>
          </a:xfrm>
          <a:prstGeom prst="rect">
            <a:avLst/>
          </a:prstGeom>
          <a:solidFill>
            <a:srgbClr val="12B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00984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completadas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0984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cumplimiento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69164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691640"/>
            <a:ext cx="2697480" cy="73152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~1d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63056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63056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merge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5128" y="1691640"/>
            <a:ext cx="2697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25128" y="1691640"/>
            <a:ext cx="269748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5128" y="1874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~2.5d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25128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25128" y="29443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→ done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por sprint (puntos completados)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3840480"/>
          <a:ext cx="6858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680960" y="3429000"/>
            <a:ext cx="3931920" cy="2788920"/>
          </a:xfrm>
          <a:prstGeom prst="rect">
            <a:avLst/>
          </a:prstGeom>
          <a:solidFill>
            <a:srgbClr val="0F162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863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BURN-UP CHART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abr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50976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6384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abr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50976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86384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abr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50976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abr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50976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 ✓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6384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cerrado al 100% el 23 abr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83080"/>
            <a:ext cx="36576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es crítico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joinedload() en SQLAlchemy se generaba el problema N+1 en el listado de vehículos.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783080"/>
            <a:ext cx="36576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&gt; VARCHAR(500)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TEXT fue necesario para soportar imágenes codificadas en base64.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783080"/>
            <a:ext cx="3657600" cy="73152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trabajo por roles permitió trabajar en paralelo sin bloqueos.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931920"/>
            <a:ext cx="3657600" cy="73152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desde el inicio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CORS en Sprint 1 evitó problemas de integración en etapas avanzadas.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93192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931920"/>
            <a:ext cx="36576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Burn-up reveló acumulación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8056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se concentró en los últimos 3 días — distribuir mejor en futuros sprints.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93192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393192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 &gt; claves JSON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 evita subir credenciales al repo.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 y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81965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0756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registro/login con JWT para que cada vendedor gestione sus propios listados.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96312"/>
            <a:ext cx="91440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5328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suite de pytest + cobertura mínima 70% y ejecución en GitHub 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09544"/>
            <a:ext cx="914400" cy="59436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954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24612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imágenes en GCS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5021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base64 a Google Cloud Storage para reducir tamaño de la BD.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22776"/>
            <a:ext cx="914400" cy="594360"/>
          </a:xfrm>
          <a:prstGeom prst="rect">
            <a:avLst/>
          </a:prstGeom>
          <a:solidFill>
            <a:srgbClr val="F790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227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9593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filtros avanzados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2153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precio, año, kilometraje, ubicación. Paginación en el listado.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36008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636008"/>
            <a:ext cx="91440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36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467258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 (i18n)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49286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multi-idioma (es/en) en el frontend.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349240"/>
            <a:ext cx="914400" cy="594360"/>
          </a:xfrm>
          <a:prstGeom prst="rect">
            <a:avLst/>
          </a:prstGeom>
          <a:solidFill>
            <a:srgbClr val="457B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49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538581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producto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45920" y="56418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Google Analytics o Plausible para medir uso real del marketplace.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626"/>
          </a:solidFill>
          <a:ln w="12700">
            <a:solidFill>
              <a:srgbClr val="0F1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471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MotorsCars  ·  Sustentación de Proyecto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547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5623560" y="3657600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github.com/Zorn15/motorcars2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MotorsCars  ·  Oscar Morales · David Layton · Sebastian Blanco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MotorsCars - Sustentación</dc:title>
  <dc:subject>PptxGenJS Presentation</dc:subject>
  <dc:creator>Equipo MotorsCars</dc:creator>
  <cp:lastModifiedBy>Equipo MotorsCars</cp:lastModifiedBy>
  <cp:revision>1</cp:revision>
  <dcterms:created xsi:type="dcterms:W3CDTF">2026-04-24T04:48:45Z</dcterms:created>
  <dcterms:modified xsi:type="dcterms:W3CDTF">2026-04-24T04:48:45Z</dcterms:modified>
</cp:coreProperties>
</file>